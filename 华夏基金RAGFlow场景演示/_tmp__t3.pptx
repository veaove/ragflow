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notesMaster" Target="notesMasters/notesMaster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Relationship Id="rId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2026-10-27T13:39:08Z</dcterms:created>
  <dcterms:modified xsi:type="dcterms:W3CDTF">2026-10-27T13:39:08Z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