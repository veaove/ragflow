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officeDocument/2006/relationships/custom-properties" Target="docProps/custom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2"/>
  </p:notesMasterIdLst>
  <p:sldIdLst>
    <p:sldId id="256" r:id="rId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4" Type="http://schemas.openxmlformats.org/officeDocument/2006/relationships/tableStyles" Target="tableStyles.xml" /><Relationship Id="rId2" Type="http://schemas.openxmlformats.org/officeDocument/2006/relationships/notesMaster" Target="notesMasters/notesMaster1.xml" /><Relationship Id="rId1" Type="http://schemas.openxmlformats.org/officeDocument/2006/relationships/slide" Target="slides/slide1.xml" /><Relationship Id="rId3" Type="http://schemas.openxmlformats.org/officeDocument/2006/relationships/presProps" Target="presProps.xml" /><Relationship Id="rId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padding={60} style={{ fontFamily: 'Microsoft YaHei' }}&gt;&#10;  &lt;Box style={{ height: '100%', justifyContent: 'center' }}&gt;&#10;    &lt;Text style={{ fontSize: 40, fontWeight: 'bold', color: '#1E3A5F' }}&gt;测试标题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 descr="{&quot;isTemplate&quot;:true,&quot;type&quot;:&quot;text&quot;}"/>
          <p:cNvSpPr txBox="1"/>
          <p:nvPr/>
        </p:nvSpPr>
        <p:spPr>
          <a:xfrm rot="0" flipH="0" flipV="0">
            <a:off x="571500" y="3200400"/>
            <a:ext cx="110490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1E3A5F"/>
                </a:solidFill>
                <a:latin typeface="Microsoft YaHei"/>
                <a:ea typeface="Microsoft YaHei"/>
              </a:rPr>
              <a:t>测试标题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2026-10-27T13:39:03Z</dcterms:created>
  <dcterms:modified xsi:type="dcterms:W3CDTF">2026-10-27T13:39:03Z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{"AIGC":{"Label":"1","ContentProducer":"00119111010856365494821B355","ProduceID":"01a17bd0c82b7fc2be6ede86b1b79915","ReservedCode1":"","ContentPropagator":"00119111010856365494821B355","PropagateID":"01a17bd0c82b7fc2be6ede86b1b79915","ReservedCode2":""}}</vt:lpwstr>
  </property>
</Properties>
</file>