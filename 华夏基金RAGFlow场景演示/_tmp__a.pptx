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notesMaster" Target="notesMasters/notesMaster1.xml" /><Relationship Id="rId3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2026-10-27T13:43:30Z</dcterms:created>
  <dcterms:modified xsi:type="dcterms:W3CDTF">2026-10-27T13:43:30Z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