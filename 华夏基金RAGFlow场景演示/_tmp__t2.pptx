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4" Type="http://schemas.openxmlformats.org/officeDocument/2006/relationships/viewProps" Target="viewProps.xml" /><Relationship Id="rId1" Type="http://schemas.openxmlformats.org/officeDocument/2006/relationships/notesMaster" Target="notesMasters/notesMaster1.xml" /><Relationship Id="rId2" Type="http://schemas.openxmlformats.org/officeDocument/2006/relationships/presProps" Target="presProps.xml" /><Relationship Id="rId3" Type="http://schemas.openxmlformats.org/officeDocument/2006/relationships/tableStyles" Target="tableStyle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2026-10-27T13:39:04Z</dcterms:created>
  <dcterms:modified xsi:type="dcterms:W3CDTF">2026-10-27T13:39:04Z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{"AIGC":{"Label":"1","ContentProducer":"00119111010856365494821B355","ProduceID":"01a17bd0c82b7fc2be6ede86b1b79915","ReservedCode1":"","ContentPropagator":"00119111010856365494821B355","PropagateID":"01a17bd0c82b7fc2be6ede86b1b79915","ReservedCode2":""}}</vt:lpwstr>
  </property>
</Properties>
</file>