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notesMaster" Target="notesMasters/notesMaster1.xml" /><Relationship Id="rId3" Type="http://schemas.openxmlformats.org/officeDocument/2006/relationships/tableStyles" Target="tableStyles.xml" /><Relationship Id="rId2" Type="http://schemas.openxmlformats.org/officeDocument/2006/relationships/presProps" Target="presProps.xml" /><Relationship Id="rId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2026-10-27T13:40:14Z</dcterms:created>
  <dcterms:modified xsi:type="dcterms:W3CDTF">2026-10-27T13:40:14Z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