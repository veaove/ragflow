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"/>
  </p:notesMasterIdLst>
  <p:sldIdLst>
    <p:sldId id="256" r:id="rId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2" Type="http://schemas.openxmlformats.org/officeDocument/2006/relationships/notesMaster" Target="notesMasters/notesMaster1.xml" /><Relationship Id="rId3" Type="http://schemas.openxmlformats.org/officeDocument/2006/relationships/presProps" Target="presProps.xml" /><Relationship Id="rId4" Type="http://schemas.openxmlformats.org/officeDocument/2006/relationships/tableStyles" Target="tableStyles.xml" /><Relationship Id="rId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padding={0} style={{ fontFamily: 'Microsoft YaHei' }}&gt;&#10;  &lt;Box style={{ width: '100%', height: '100%', background: '#1E3A5F', flexDirection: 'column', justifyContent: 'center', padding: 70 }}&gt;&#10;    &lt;Text style={{ fontSize: 14, color: '#B08D57', fontWeight: 'bold', letterSpacing: 3 }}&gt;价值总结 / SUMMARY&lt;/Text&gt;&#10;    &lt;Text style={{ fontSize: 46, fontWeight: 'bold', color: '#FFFFFF', marginTop: 14 }}&gt;一套知识底座，三类确定价值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666750" y="3019425"/>
            <a:ext cx="1085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225">
                <a:solidFill>
                  <a:srgbClr val="B08D57"/>
                </a:solidFill>
                <a:latin typeface="Microsoft YaHei"/>
                <a:ea typeface="Microsoft YaHei"/>
              </a:rPr>
              <a:t>价值总结</a:t>
            </a:r>
            <a:r>
              <a:rPr lang="en-US" sz="1050" b="1" spc="225">
                <a:solidFill>
                  <a:srgbClr val="B08D57"/>
                </a:solidFill>
                <a:latin typeface="Microsoft YaHei"/>
                <a:ea typeface="Microsoft YaHei"/>
              </a:rPr>
              <a:t xml:space="preserve"> / SUMMARY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66750" y="3314700"/>
            <a:ext cx="108585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450" b="1">
                <a:solidFill>
                  <a:srgbClr val="FFFFFF"/>
                </a:solidFill>
                <a:latin typeface="Microsoft YaHei"/>
                <a:ea typeface="Microsoft YaHei"/>
              </a:rPr>
              <a:t>一套知识底座，三类确定价值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2026-10-27T13:40:46Z</dcterms:created>
  <dcterms:modified xsi:type="dcterms:W3CDTF">2026-10-27T13:40:46Z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{"AIGC":{"Label":"1","ContentProducer":"00119111010856365494821B355","ProduceID":"01a17bd0c82b7fc2be6ede86b1b79915","ReservedCode1":"","ContentPropagator":"00119111010856365494821B355","PropagateID":"01a17bd0c82b7fc2be6ede86b1b79915","ReservedCode2":""}}</vt:lpwstr>
  </property>
</Properties>
</file>