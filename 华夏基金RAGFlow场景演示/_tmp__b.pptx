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" Target="slides/slide1.xml" /><Relationship Id="rId2" Type="http://schemas.openxmlformats.org/officeDocument/2006/relationships/notesMaster" Target="notesMasters/notesMaster1.xml" /><Relationship Id="rId4" Type="http://schemas.openxmlformats.org/officeDocument/2006/relationships/tableStyles" Target="tableStyle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padding={0} style={{ fontFamily: 'Microsoft YaHei' }}&gt;&#10;  &lt;Box style={{ width: '100%', height: '100%', background: '#1E3A5F', flexDirection: 'column', justifyContent: 'center', padding: 70 }}&gt;&#10;    &lt;Text style={{ fontSize: 40, fontWeight: 'bold', color: '#FFFFFF' }}&gt;标题测试&lt;/Text&gt;&#10;    &lt;Box style={{ height: 3, width: 120, background: '#B08D57', marginVertical: 26, borderRadius: 2 }} /&gt;&#10;    &lt;Box style={{ marginTop: 'auto', flexDirection: 'row', justifyContent: 'space-between' }}&gt;&#10;      &lt;Text style={{ fontSize: 15, color: '#9FB2C8' }}&gt;汇报人：______&lt;/Text&gt;&#10;      &lt;Text style={{ fontSize: 15, color: '#9FB2C8' }}&gt;面向：华夏基金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66750" y="666750"/>
            <a:ext cx="108585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标题测试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666750" y="1123950"/>
            <a:ext cx="1143000" cy="28575"/>
          </a:xfrm>
          <a:prstGeom prst="roundRect">
            <a:avLst>
              <a:gd name="adj" fmla="val 66667"/>
            </a:avLst>
          </a:prstGeom>
          <a:solidFill>
            <a:srgbClr val="B08D57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66750" y="6019800"/>
            <a:ext cx="962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2C8"/>
                </a:solidFill>
                <a:latin typeface="Microsoft YaHei"/>
                <a:ea typeface="Microsoft YaHei"/>
              </a:rPr>
              <a:t>汇报人：</a:t>
            </a:r>
            <a:r>
              <a:rPr lang="en-US" sz="1125">
                <a:solidFill>
                  <a:srgbClr val="9FB2C8"/>
                </a:solidFill>
                <a:latin typeface="Microsoft YaHei"/>
                <a:ea typeface="Microsoft YaHei"/>
              </a:rPr>
              <a:t>______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0525125" y="60198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2C8"/>
                </a:solidFill>
                <a:latin typeface="Microsoft YaHei"/>
                <a:ea typeface="Microsoft YaHei"/>
              </a:rPr>
              <a:t>面向：华夏基金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2026-10-27T13:43:38Z</dcterms:created>
  <dcterms:modified xsi:type="dcterms:W3CDTF">2026-10-27T13:43:38Z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{"AIGC":{"Label":"1","ContentProducer":"00119111010856365494821B355","ProduceID":"01a17bd0c82b7fc2be6ede86b1b79915","ReservedCode1":"","ContentPropagator":"00119111010856365494821B355","PropagateID":"01a17bd0c82b7fc2be6ede86b1b79915","ReservedCode2":""}}</vt:lpwstr>
  </property>
</Properties>
</file>